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</p:sldIdLst>
  <p:sldSz cx="18288000" cy="10287000"/>
  <p:notesSz cx="6858000" cy="9144000"/>
  <p:embeddedFontLst>
    <p:embeddedFont>
      <p:font typeface="Raleway Medium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050" y="-350308"/>
            <a:ext cx="18510908" cy="10646833"/>
          </a:xfrm>
          <a:custGeom>
            <a:avLst/>
            <a:gdLst/>
            <a:ahLst/>
            <a:cxnLst/>
            <a:rect l="l" t="t" r="r" b="b"/>
            <a:pathLst>
              <a:path w="18510908" h="10646833">
                <a:moveTo>
                  <a:pt x="0" y="0"/>
                </a:moveTo>
                <a:lnTo>
                  <a:pt x="18510908" y="0"/>
                </a:lnTo>
                <a:lnTo>
                  <a:pt x="18510908" y="10646833"/>
                </a:lnTo>
                <a:lnTo>
                  <a:pt x="0" y="10646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2" r="-101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1345" t="-18706" r="-68602" b="-2124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-17145"/>
            <a:ext cx="18705127" cy="10556706"/>
          </a:xfrm>
          <a:custGeom>
            <a:avLst/>
            <a:gdLst/>
            <a:ahLst/>
            <a:cxnLst/>
            <a:rect l="l" t="t" r="r" b="b"/>
            <a:pathLst>
              <a:path w="18705127" h="10556706">
                <a:moveTo>
                  <a:pt x="0" y="0"/>
                </a:moveTo>
                <a:lnTo>
                  <a:pt x="18705127" y="0"/>
                </a:lnTo>
                <a:lnTo>
                  <a:pt x="18705127" y="10556706"/>
                </a:lnTo>
                <a:lnTo>
                  <a:pt x="0" y="10556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189" y="-17145"/>
            <a:ext cx="18257621" cy="10304145"/>
          </a:xfrm>
          <a:custGeom>
            <a:avLst/>
            <a:gdLst/>
            <a:ahLst/>
            <a:cxnLst/>
            <a:rect l="l" t="t" r="r" b="b"/>
            <a:pathLst>
              <a:path w="18257621" h="10304145">
                <a:moveTo>
                  <a:pt x="0" y="0"/>
                </a:moveTo>
                <a:lnTo>
                  <a:pt x="18257622" y="0"/>
                </a:lnTo>
                <a:lnTo>
                  <a:pt x="18257622" y="10304145"/>
                </a:lnTo>
                <a:lnTo>
                  <a:pt x="0" y="10304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31" t="-32145" r="-22726" b="-36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275" y="0"/>
            <a:ext cx="18852867" cy="10628304"/>
          </a:xfrm>
          <a:custGeom>
            <a:avLst/>
            <a:gdLst/>
            <a:ahLst/>
            <a:cxnLst/>
            <a:rect l="l" t="t" r="r" b="b"/>
            <a:pathLst>
              <a:path w="18852867" h="10628304">
                <a:moveTo>
                  <a:pt x="0" y="0"/>
                </a:moveTo>
                <a:lnTo>
                  <a:pt x="18852867" y="0"/>
                </a:lnTo>
                <a:lnTo>
                  <a:pt x="18852867" y="10628304"/>
                </a:lnTo>
                <a:lnTo>
                  <a:pt x="0" y="10628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831" t="-32145" r="-22726" b="-36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-17145"/>
            <a:ext cx="18763463" cy="10589630"/>
          </a:xfrm>
          <a:custGeom>
            <a:avLst/>
            <a:gdLst/>
            <a:ahLst/>
            <a:cxnLst/>
            <a:rect l="l" t="t" r="r" b="b"/>
            <a:pathLst>
              <a:path w="18763463" h="10589630">
                <a:moveTo>
                  <a:pt x="0" y="0"/>
                </a:moveTo>
                <a:lnTo>
                  <a:pt x="18763463" y="0"/>
                </a:lnTo>
                <a:lnTo>
                  <a:pt x="18763463" y="10589630"/>
                </a:lnTo>
                <a:lnTo>
                  <a:pt x="0" y="10589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400" y="135255"/>
            <a:ext cx="18763463" cy="10589630"/>
          </a:xfrm>
          <a:custGeom>
            <a:avLst/>
            <a:gdLst/>
            <a:ahLst/>
            <a:cxnLst/>
            <a:rect l="l" t="t" r="r" b="b"/>
            <a:pathLst>
              <a:path w="18763463" h="10589630">
                <a:moveTo>
                  <a:pt x="0" y="0"/>
                </a:moveTo>
                <a:lnTo>
                  <a:pt x="18763463" y="0"/>
                </a:lnTo>
                <a:lnTo>
                  <a:pt x="18763463" y="10589630"/>
                </a:lnTo>
                <a:lnTo>
                  <a:pt x="0" y="10589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14325" y="287655"/>
            <a:ext cx="18763463" cy="10589630"/>
          </a:xfrm>
          <a:custGeom>
            <a:avLst/>
            <a:gdLst/>
            <a:ahLst/>
            <a:cxnLst/>
            <a:rect l="l" t="t" r="r" b="b"/>
            <a:pathLst>
              <a:path w="18763463" h="10589630">
                <a:moveTo>
                  <a:pt x="0" y="0"/>
                </a:moveTo>
                <a:lnTo>
                  <a:pt x="18763463" y="0"/>
                </a:lnTo>
                <a:lnTo>
                  <a:pt x="18763463" y="10589630"/>
                </a:lnTo>
                <a:lnTo>
                  <a:pt x="0" y="10589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58533" t="-16386" r="-64019" b="-1576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0379" y="0"/>
            <a:ext cx="18273269" cy="10312976"/>
          </a:xfrm>
          <a:custGeom>
            <a:avLst/>
            <a:gdLst/>
            <a:ahLst/>
            <a:cxnLst/>
            <a:rect l="l" t="t" r="r" b="b"/>
            <a:pathLst>
              <a:path w="18273269" h="10312976">
                <a:moveTo>
                  <a:pt x="0" y="0"/>
                </a:moveTo>
                <a:lnTo>
                  <a:pt x="18273268" y="0"/>
                </a:lnTo>
                <a:lnTo>
                  <a:pt x="18273268" y="10312976"/>
                </a:lnTo>
                <a:lnTo>
                  <a:pt x="0" y="10312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035D69-C0E5-5A8C-1DD7-3E8CDC167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12" y="161216"/>
            <a:ext cx="2209914" cy="4934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18AD48-6506-97D2-DE1E-9D636363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630" y="151690"/>
            <a:ext cx="2197213" cy="4953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1B2435-8930-1C3A-5FC6-BE166A96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1460" y="100518"/>
            <a:ext cx="2235315" cy="49596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91D41C-557E-7174-EA3F-9F04DF745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1098" y="130455"/>
            <a:ext cx="2235315" cy="49405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3F323F-B96F-B6F8-7F94-4A6981613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4649" y="110043"/>
            <a:ext cx="2209914" cy="49405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E5DB7D-408D-B016-B9D2-753725D0DC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90736" y="202946"/>
            <a:ext cx="2216264" cy="49405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CC5722-4B63-ABDA-5F66-A398D49F7B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412" y="5120821"/>
            <a:ext cx="2216264" cy="49532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576A7A-38C4-B598-D904-F9E48A2616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93837" y="5350709"/>
            <a:ext cx="2209914" cy="48262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F078A1-2CFA-8BDF-F155-DEE78C4E51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3142" y="5513242"/>
            <a:ext cx="2216264" cy="49151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E71C84-A0CC-327F-14E5-4B84AE9D7D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72270" y="5403599"/>
            <a:ext cx="2216264" cy="48834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C7D6965-90C8-3A2A-B6B4-DF062FCF92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49200" y="5330297"/>
            <a:ext cx="2197213" cy="48262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919203-5771-6C0F-2EFC-1EB06369A6D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926" t="1145"/>
          <a:stretch>
            <a:fillRect/>
          </a:stretch>
        </p:blipFill>
        <p:spPr>
          <a:xfrm>
            <a:off x="15807079" y="5330297"/>
            <a:ext cx="2173238" cy="473978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CD8AB05-0E0E-5696-58CE-CBA2823AFD3A}"/>
              </a:ext>
            </a:extLst>
          </p:cNvPr>
          <p:cNvSpPr txBox="1"/>
          <p:nvPr/>
        </p:nvSpPr>
        <p:spPr>
          <a:xfrm>
            <a:off x="163286" y="2939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5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2044" y="0"/>
            <a:ext cx="19172088" cy="10287000"/>
          </a:xfrm>
          <a:custGeom>
            <a:avLst/>
            <a:gdLst/>
            <a:ahLst/>
            <a:cxnLst/>
            <a:rect l="l" t="t" r="r" b="b"/>
            <a:pathLst>
              <a:path w="19172088" h="10287000">
                <a:moveTo>
                  <a:pt x="0" y="0"/>
                </a:moveTo>
                <a:lnTo>
                  <a:pt x="19172088" y="0"/>
                </a:lnTo>
                <a:lnTo>
                  <a:pt x="1917208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10688" y="0"/>
            <a:ext cx="19343377" cy="10523103"/>
          </a:xfrm>
          <a:custGeom>
            <a:avLst/>
            <a:gdLst/>
            <a:ahLst/>
            <a:cxnLst/>
            <a:rect l="l" t="t" r="r" b="b"/>
            <a:pathLst>
              <a:path w="19343377" h="10523103">
                <a:moveTo>
                  <a:pt x="0" y="0"/>
                </a:moveTo>
                <a:lnTo>
                  <a:pt x="19343377" y="0"/>
                </a:lnTo>
                <a:lnTo>
                  <a:pt x="19343377" y="10523103"/>
                </a:lnTo>
                <a:lnTo>
                  <a:pt x="0" y="10523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06608" y="105880"/>
            <a:ext cx="18594608" cy="10181120"/>
          </a:xfrm>
          <a:custGeom>
            <a:avLst/>
            <a:gdLst/>
            <a:ahLst/>
            <a:cxnLst/>
            <a:rect l="l" t="t" r="r" b="b"/>
            <a:pathLst>
              <a:path w="18594608" h="10181120">
                <a:moveTo>
                  <a:pt x="0" y="0"/>
                </a:moveTo>
                <a:lnTo>
                  <a:pt x="18594608" y="0"/>
                </a:lnTo>
                <a:lnTo>
                  <a:pt x="18594608" y="10181120"/>
                </a:lnTo>
                <a:lnTo>
                  <a:pt x="0" y="10181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58" r="-1358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67140" y="0"/>
            <a:ext cx="18949549" cy="10287000"/>
          </a:xfrm>
          <a:custGeom>
            <a:avLst/>
            <a:gdLst/>
            <a:ahLst/>
            <a:cxnLst/>
            <a:rect l="l" t="t" r="r" b="b"/>
            <a:pathLst>
              <a:path w="18949549" h="10287000">
                <a:moveTo>
                  <a:pt x="0" y="0"/>
                </a:moveTo>
                <a:lnTo>
                  <a:pt x="18949549" y="0"/>
                </a:lnTo>
                <a:lnTo>
                  <a:pt x="1894954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0" r="-142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90720" y="0"/>
            <a:ext cx="19269440" cy="10287000"/>
          </a:xfrm>
          <a:custGeom>
            <a:avLst/>
            <a:gdLst/>
            <a:ahLst/>
            <a:cxnLst/>
            <a:rect l="l" t="t" r="r" b="b"/>
            <a:pathLst>
              <a:path w="19269440" h="10287000">
                <a:moveTo>
                  <a:pt x="0" y="0"/>
                </a:moveTo>
                <a:lnTo>
                  <a:pt x="19269440" y="0"/>
                </a:lnTo>
                <a:lnTo>
                  <a:pt x="192694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71088" y="0"/>
            <a:ext cx="19264014" cy="10287000"/>
          </a:xfrm>
          <a:custGeom>
            <a:avLst/>
            <a:gdLst/>
            <a:ahLst/>
            <a:cxnLst/>
            <a:rect l="l" t="t" r="r" b="b"/>
            <a:pathLst>
              <a:path w="19264014" h="10287000">
                <a:moveTo>
                  <a:pt x="0" y="0"/>
                </a:moveTo>
                <a:lnTo>
                  <a:pt x="19264014" y="0"/>
                </a:lnTo>
                <a:lnTo>
                  <a:pt x="192640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7" r="-927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787332" y="0"/>
            <a:ext cx="20142418" cy="10431886"/>
          </a:xfrm>
          <a:custGeom>
            <a:avLst/>
            <a:gdLst/>
            <a:ahLst/>
            <a:cxnLst/>
            <a:rect l="l" t="t" r="r" b="b"/>
            <a:pathLst>
              <a:path w="20142418" h="10431886">
                <a:moveTo>
                  <a:pt x="0" y="0"/>
                </a:moveTo>
                <a:lnTo>
                  <a:pt x="20142418" y="0"/>
                </a:lnTo>
                <a:lnTo>
                  <a:pt x="20142418" y="10431886"/>
                </a:lnTo>
                <a:lnTo>
                  <a:pt x="0" y="1043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514496" y="0"/>
            <a:ext cx="19316992" cy="10287000"/>
          </a:xfrm>
          <a:custGeom>
            <a:avLst/>
            <a:gdLst/>
            <a:ahLst/>
            <a:cxnLst/>
            <a:rect l="l" t="t" r="r" b="b"/>
            <a:pathLst>
              <a:path w="19316992" h="10287000">
                <a:moveTo>
                  <a:pt x="0" y="0"/>
                </a:moveTo>
                <a:lnTo>
                  <a:pt x="19316992" y="0"/>
                </a:lnTo>
                <a:lnTo>
                  <a:pt x="193169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21" r="-1221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534261" y="0"/>
            <a:ext cx="19173549" cy="10189759"/>
          </a:xfrm>
          <a:custGeom>
            <a:avLst/>
            <a:gdLst/>
            <a:ahLst/>
            <a:cxnLst/>
            <a:rect l="l" t="t" r="r" b="b"/>
            <a:pathLst>
              <a:path w="19173549" h="10189759">
                <a:moveTo>
                  <a:pt x="0" y="0"/>
                </a:moveTo>
                <a:lnTo>
                  <a:pt x="19173548" y="0"/>
                </a:lnTo>
                <a:lnTo>
                  <a:pt x="19173548" y="10189759"/>
                </a:lnTo>
                <a:lnTo>
                  <a:pt x="0" y="10189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125987"/>
            <a:ext cx="18288000" cy="10035026"/>
          </a:xfrm>
          <a:custGeom>
            <a:avLst/>
            <a:gdLst/>
            <a:ahLst/>
            <a:cxnLst/>
            <a:rect l="l" t="t" r="r" b="b"/>
            <a:pathLst>
              <a:path w="18288000" h="10035026">
                <a:moveTo>
                  <a:pt x="0" y="0"/>
                </a:moveTo>
                <a:lnTo>
                  <a:pt x="18288000" y="0"/>
                </a:lnTo>
                <a:lnTo>
                  <a:pt x="18288000" y="10035026"/>
                </a:lnTo>
                <a:lnTo>
                  <a:pt x="0" y="10035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39" r="-3339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19" t="-13910" r="-22856" b="-140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487708" y="92234"/>
            <a:ext cx="19245897" cy="10093344"/>
          </a:xfrm>
          <a:custGeom>
            <a:avLst/>
            <a:gdLst/>
            <a:ahLst/>
            <a:cxnLst/>
            <a:rect l="l" t="t" r="r" b="b"/>
            <a:pathLst>
              <a:path w="19245897" h="10093344">
                <a:moveTo>
                  <a:pt x="0" y="0"/>
                </a:moveTo>
                <a:lnTo>
                  <a:pt x="19245897" y="0"/>
                </a:lnTo>
                <a:lnTo>
                  <a:pt x="19245897" y="10093344"/>
                </a:lnTo>
                <a:lnTo>
                  <a:pt x="0" y="10093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B9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47723" y="3018246"/>
            <a:ext cx="9792554" cy="4126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15"/>
              </a:lnSpc>
            </a:pPr>
            <a:r>
              <a:rPr lang="en-US" sz="11174" b="1" spc="-536">
                <a:solidFill>
                  <a:srgbClr val="FBF6F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</a:t>
            </a:r>
          </a:p>
          <a:p>
            <a:pPr marL="0" lvl="1" indent="0" algn="ctr">
              <a:lnSpc>
                <a:spcPts val="10615"/>
              </a:lnSpc>
            </a:pPr>
            <a:r>
              <a:rPr lang="en-US" sz="11174" b="1" spc="-536">
                <a:solidFill>
                  <a:srgbClr val="FBF6F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very much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</Words>
  <Application>Microsoft Office PowerPoint</Application>
  <PresentationFormat>Custom</PresentationFormat>
  <Paragraphs>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Raleway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Purple Gradient Modern Creative Presentation</dc:title>
  <dc:creator>Admin</dc:creator>
  <cp:lastModifiedBy>Kanishka Sharma</cp:lastModifiedBy>
  <cp:revision>2</cp:revision>
  <dcterms:created xsi:type="dcterms:W3CDTF">2006-08-16T00:00:00Z</dcterms:created>
  <dcterms:modified xsi:type="dcterms:W3CDTF">2026-10-26T06:34:17Z</dcterms:modified>
  <dc:identifier>DAHX_SZ_Mk0</dc:identifier>
</cp:coreProperties>
</file>